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F8FAFC"/>
                </a:solidFill>
              </a:defRPr>
            </a:pPr>
            <a:r>
              <a:t>GEOCAST</a:t>
            </a:r>
          </a:p>
          <a:p>
            <a:pPr>
              <a:spcAft>
                <a:spcPts val="1400"/>
              </a:spcAft>
              <a:defRPr sz="2200" b="0">
                <a:solidFill>
                  <a:srgbClr val="06B6D4"/>
                </a:solidFill>
              </a:defRPr>
            </a:pPr>
            <a:r>
              <a:t>Location-Aware Remote Digital Signage &amp; Content Management Platform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Real-Time Geofencing • Sub-Second Zone Refresh • Dynamic Multi-Format Ad Rotation • Edge 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Black Box Hackathon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512064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51206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Problem Statement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512064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51206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FastAPI + React + PostGIS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12064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51206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Production-Ready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Problem: Why Traditional DOOH Fails Moving Fleets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Digital Out-of-Home displays on transit vehicles suffer from static loops, slow updates, and wasted impressions.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1. Static &amp; Non-Contextual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Billboards and transit displays loop fixed schedules regardless of location.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 bus moving from Chandigarh to Ambala shows the same ad across entirely different consumer markets.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Advertisers pay premium rates for irrelevant impressions.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2. High Latency &amp; Polling Bottlenecks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Traditional screens wait for ad slots (10-30s) or periodic polling (15-60s) to update.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Vehicles cross neighborhood boundaries long before the playlist reacts.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Lack of immediate push-notification architecture ruins hyper-local campaigns.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3. Offline Dropouts &amp; Verification Gap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Unstable cellular connections cause blank screens and interrupted video playback.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No reliable proof-of-play logs or GPS-correlated timestamp audits.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Advertisers lack transparency into when, where, and how long ads actually played.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Solution: Autonomous, Location-Aware Signage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unified edge-to-cloud platform connecting advertisers, central dispatch, and smart transit displays.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</a:defRPr>
            </a:pPr>
            <a:r>
              <a:t>Precision Geofencing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High-accuracy circular &amp; polygonal boundary detection.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Instantly maps vehicles to active geographical zones.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Seamless support for 10+ major Indian transit corridors.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</a:defRPr>
            </a:pPr>
            <a:r>
              <a:t>Instant Push Trigger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Sub-second WebSocket dispatch upon boundary crossing.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waiting for slot expiration or periodic polling.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Immediate, clean transition for videos and static creatives.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B82F6"/>
                </a:solidFill>
              </a:defRPr>
            </a:pPr>
            <a:r>
              <a:t>Smart Ad Scheduling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Priority matrix: Zone Schedule &gt; Zone Media &gt; Default.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Fair-share weighted ad rotation algorithm.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Mixed multimedia: MP4/WebM video + WebP/JPEG images.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End-to-End Monetization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Dedicated Advertiser Self-Service Portal &amp; approvals.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Real-time telemetry and battery/speed health metrics.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Tamper-proof Proof-of-Play (PoP) audit trail &amp; CSV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ENGINEERING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Architecture: Reactive Edge-to-Cloud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Event-driven architecture designed for high throughput, sub-second latency, and offline fault tolerance.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</a:defRPr>
            </a:pPr>
            <a:r>
              <a:t>1. Presentation &amp; Portals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Admin Control Center: Fleet map, zone authoring, device health, audits.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Advertiser Portal: Campaign creation, creative uploads, budget management.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Tech: React 18, TypeScript, Tailwind CSS, Leaflet GIS mapping, Vite.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B82F6"/>
                </a:solidFill>
              </a:defRPr>
            </a:pPr>
            <a:r>
              <a:t>2. Real-Time Core Backend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FastAPI Engine: Asynchronous REST endpoints &amp; JWT authentication.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Spatial Geo-Engine: Point-in-polygon &amp; spatial containment checks.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WebSocket Dispatcher: Push-based broadcast of PLAYLIST_UPDATED.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Heartbeat Monitor: Background supervisor detecting stalled devices.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</a:defRPr>
            </a:pPr>
            <a:r>
              <a:t>3. Edge Display &amp; Simulator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Hardware Simulator: 40+ simulated buses, trains, kiosks with live GPS.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Edge Player (HTML5/Canvas): Hardware-accelerated video &amp; image loop.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Local Cache Storage: Zero blackout during cellular network drops.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PoP Telemetry: Logs GPS-tagged impression timestamps back to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Highlight: Instant Zone-Change Refresh (&lt; 1s)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Solving the real-time problem without battery-draining polling or abrupt video tears.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The Event-Driven Zone Loop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1. GPS Telemetry Ingestion: Edge device emits GPS coordinates every 0.5–1.0s via HTTP heartbeat.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2. Spatial Delta Detection: GeoEngine compares current_zone_id with previous_zone_id in O(1) memory lookup.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3. Cache Invalidation: Stale device playlist cache is instantly cleared.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4. Reactive Push: Backend dispatches WebSocket event: PLAYLIST_UPDATED (reason: ZONE_CHANGE).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5. Player Pre-emption: Video/Image player immediately stops stale media, resets rotation index, and transitions to the new zone's creative seamlessly.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2C55E"/>
                </a:solidFill>
              </a:defRPr>
            </a:pPr>
            <a:r>
              <a:t>Benchmark vs. Traditional DOOH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Zone Transition Latency: Reduced from 15-30 seconds to &lt; 600 milliseconds.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Polling Waste: 0% redundant HTTP polling overhead.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Smooth Creative Switch: Clean video pause/reset prevents audio glitch or frame freeze.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Dynamic Priority &amp; Weighted Ad Rotation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Slot Duration: Strictly regulated 3-second ad slots.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Fair Rotation: Priority-ordered, weighted assignment across multiple concurrent advertiser campaigns.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Supports full HD MP4/WebM video files and dynamic posters.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BUSINESS &amp;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Commercialization: Self-Service Advertiser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Enabling programmatic self-service ad buying, creative management, and campaign approval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B82F6"/>
                </a:solidFill>
              </a:defRPr>
            </a:pPr>
            <a:r>
              <a:t>Self-Service Onboarding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Dedicated Advertiser signup, email verification, and profile management.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Role-Based Access Control (RBAC): Strict separation of Admin vs. Advertiser capabilities.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Targeted Campaign Creation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Geo-targeting selector: Bind ads directly to specific cities or geofence zones.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Media Upload Pipeline: Direct MP4/WebM/JPEG uploads with instant validation.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Budget &amp; Scheduling: Custom start/end dates and exposure priority weighting.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Approval Workflow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Admin review dashboard to approve, pause, or reject incoming creative submissions.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Automated status updates ensure brand safety and platform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2C55E"/>
                </a:solidFill>
              </a:defRPr>
            </a:pPr>
            <a:r>
              <a:t>Campaign Analytics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impressions, active playback counts, and remaining budget metrics.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visibility into which transit corridors are generating the highest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ANALYTICS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Operational Excellence: Live Fleet &amp; Proof of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Complete visibility and cryptographic-grade accountability for fleet operators and brand sponsors.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Real-Time Fleet Operations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Interactive Leaflet Geospatial Map: Real-time marker tracking of 40+ simulated buses, trains, and digital kiosks.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Active Telemetry HUD: Live monitoring of vehicle speed, latitude/longitude, battery level, and current zone name.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Device Rotation Card: Live visual preview of the exact ad currently rotating on any selected vehicle screen.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Health Watchdog: Immediate status transition to 'offline' if a device fails to heartbeat within threshold.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2C55E"/>
                </a:solidFill>
              </a:defRPr>
            </a:pPr>
            <a:r>
              <a:t>Verifiable Proof of Play (PoP)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Transparent Billing: Every single ad play records device ID, zone ID, content ID, exact GPS lat/lon, and timestamp.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Auditable Transition Logs: Historical event log tracing every time a vehicle entered or exited a geofence.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One-Click CSV Export: Export comprehensive compliance and impression logs directly for client invoicing.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Fraud Prevention: Hardware token authentication prevents spoofed telemetry or phantom ad plays.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FUTURE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 Stack, Scalability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Built with modern, lightweight, production-grade tools designed for seamless cloud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</a:defRPr>
            </a:pPr>
            <a:r>
              <a:t>Full-Stack Foundation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Backend: FastAPI (Python 3.10+), Pydantic v2, SQLAlchemy, Uvicorn.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Frontend: React 18, TypeScript, Tailwind CSS, Lucide icons, Vite.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Database: SQLite / PostgreSQL with PostGIS spatial indexing.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Real-Time: WebSockets with reconnection backoff &amp; heartbeat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B82F6"/>
                </a:solidFill>
              </a:defRPr>
            </a:pPr>
            <a:r>
              <a:t>System Scalability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Stateless API design allows seamless horizontal autoscaling on Kubernetes / Docker.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Redis pub/sub integration ready for 10,000+ simultaneous connected screens.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Lightweight telemetry payload (&lt; 250 bytes per heartbeat) minimizes bandwidth costs.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</a:defRPr>
            </a:pPr>
            <a:r>
              <a:t>Next Horizons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AI Audience Sensing: Computer-vision age/gender detection for hyper-personalized ad slots.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Programmatic RTB: OpenRTB integration for automated real-time ad bidding.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Edge AI Pre-Fetching: Predictive route algorithms caching upcoming zone ads before arrival.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